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74" r:id="rId6"/>
    <p:sldId id="261" r:id="rId7"/>
    <p:sldId id="262" r:id="rId8"/>
    <p:sldId id="275" r:id="rId9"/>
    <p:sldId id="268" r:id="rId10"/>
    <p:sldId id="269" r:id="rId11"/>
    <p:sldId id="270" r:id="rId12"/>
    <p:sldId id="271" r:id="rId13"/>
    <p:sldId id="272" r:id="rId14"/>
    <p:sldId id="273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11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1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12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0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11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9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70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49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93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49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4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ADAA922-ACD3-49A2-8699-A995E34EF708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46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CD83-D7A4-3385-DD59-97383F5D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739484"/>
            <a:ext cx="12368462" cy="1368994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dirty="0"/>
              <a:t>ONLINE FOOD ORDERING SYSTEM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33933-0E8D-126D-0A0C-8524804E060A}"/>
              </a:ext>
            </a:extLst>
          </p:cNvPr>
          <p:cNvSpPr txBox="1"/>
          <p:nvPr/>
        </p:nvSpPr>
        <p:spPr>
          <a:xfrm>
            <a:off x="7589520" y="4267201"/>
            <a:ext cx="4602480" cy="145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/>
              <a:t>GUIDED BY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A.MALARMANNAN M.E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A0871-ED41-A072-95E5-5B0206F23C27}"/>
              </a:ext>
            </a:extLst>
          </p:cNvPr>
          <p:cNvSpPr txBox="1"/>
          <p:nvPr/>
        </p:nvSpPr>
        <p:spPr>
          <a:xfrm>
            <a:off x="782320" y="3540760"/>
            <a:ext cx="4998720" cy="245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dirty="0"/>
              <a:t>SHOBANA M (2403811720522051)</a:t>
            </a:r>
          </a:p>
          <a:p>
            <a:pPr algn="just">
              <a:lnSpc>
                <a:spcPct val="200000"/>
              </a:lnSpc>
            </a:pPr>
            <a:r>
              <a:rPr lang="en-IN" sz="2000" dirty="0"/>
              <a:t>SIVARANJANI S (2403811720522052)</a:t>
            </a:r>
          </a:p>
          <a:p>
            <a:pPr algn="just">
              <a:lnSpc>
                <a:spcPct val="200000"/>
              </a:lnSpc>
            </a:pPr>
            <a:r>
              <a:rPr lang="en-IN" sz="2000" dirty="0"/>
              <a:t>SWETHA M (2403811720522055)</a:t>
            </a:r>
          </a:p>
          <a:p>
            <a:pPr algn="just">
              <a:lnSpc>
                <a:spcPct val="200000"/>
              </a:lnSpc>
            </a:pPr>
            <a:r>
              <a:rPr lang="en-IN" sz="2000" dirty="0"/>
              <a:t>TAMILAZHAKI A (2403811720522056)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C5BAF-60B4-ABCC-F41F-27A57942380D}"/>
              </a:ext>
            </a:extLst>
          </p:cNvPr>
          <p:cNvSpPr txBox="1"/>
          <p:nvPr/>
        </p:nvSpPr>
        <p:spPr>
          <a:xfrm>
            <a:off x="2204720" y="488837"/>
            <a:ext cx="6873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K.RAMAKRISHNAN COLLEGE OF TECHNOLOGY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E0A94-6214-905F-A965-D9E56C84B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9" y="57526"/>
            <a:ext cx="1262964" cy="1631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EF1096-AC42-3FEC-90B4-F14A58B32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81" y="334501"/>
            <a:ext cx="1496695" cy="92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7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C109-7D47-B82A-F480-A2F3BBA7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C70AA-AC31-99A9-68D4-999BB589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1"/>
            <a:ext cx="10058400" cy="4338974"/>
          </a:xfrm>
        </p:spPr>
        <p:txBody>
          <a:bodyPr/>
          <a:lstStyle/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Manual ordering is time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consuming and error-prone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No centralized system to manage orders and restaurants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Lack of real-time tracking and payment integration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Difficulty in managing large volumes of customer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87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91E1-0339-E87D-6CE3-7577DFF3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7D44F-5B21-C128-AEE8-8CD91977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To design and implement a relational database for food ordering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To manage customers, restaurants, menus, orders, and payments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To apply normalization for efficient data storage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To implement SQL queries for data retrieval and manipulation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179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76D6-FC6C-3F0C-EB32-F56B4E0F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9741-7221-4F2D-0F2A-A1E63A2E1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859" y="1958029"/>
            <a:ext cx="10379242" cy="4023360"/>
          </a:xfrm>
        </p:spPr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Hardware</a:t>
            </a:r>
            <a:r>
              <a:rPr lang="en-IN" dirty="0"/>
              <a:t>-Processor, RAM, Storage-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Software</a:t>
            </a:r>
            <a:r>
              <a:rPr lang="en-IN" dirty="0"/>
              <a:t>-MySQL / Oracle, SQL Developer / Workbench-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OS</a:t>
            </a:r>
            <a:r>
              <a:rPr lang="en-IN" dirty="0"/>
              <a:t>-Windows / Linux-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Frontend</a:t>
            </a:r>
            <a:r>
              <a:rPr lang="en-IN" dirty="0"/>
              <a:t> (if any)- HTML, PHP or Python</a:t>
            </a:r>
          </a:p>
        </p:txBody>
      </p:sp>
    </p:spTree>
    <p:extLst>
      <p:ext uri="{BB962C8B-B14F-4D97-AF65-F5344CB8AC3E}">
        <p14:creationId xmlns:p14="http://schemas.microsoft.com/office/powerpoint/2010/main" val="125460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0C122-76B0-1349-9683-366EEF10C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284" y="364861"/>
            <a:ext cx="8239432" cy="590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60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FCED-9BFD-D13B-71CE-E320FC7D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E70DD5-C955-5B6E-EE01-78EB46B7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084" y="1846263"/>
            <a:ext cx="8249264" cy="446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9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BA8C-C6EB-A507-C0CF-4D3202A7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995E-97F4-DED3-733A-BFBC9579E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Customer </a:t>
            </a:r>
            <a:r>
              <a:rPr lang="en-IN" dirty="0"/>
              <a:t>(</a:t>
            </a:r>
            <a:r>
              <a:rPr lang="en-IN" dirty="0" err="1"/>
              <a:t>CustID</a:t>
            </a:r>
            <a:r>
              <a:rPr lang="en-IN" dirty="0"/>
              <a:t>, Name, Email, Phone, Address)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Restaurant </a:t>
            </a:r>
            <a:r>
              <a:rPr lang="en-IN" dirty="0"/>
              <a:t>(</a:t>
            </a:r>
            <a:r>
              <a:rPr lang="en-IN" dirty="0" err="1"/>
              <a:t>RestID</a:t>
            </a:r>
            <a:r>
              <a:rPr lang="en-IN" dirty="0"/>
              <a:t>, Name, Location, Cuisine)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Menu </a:t>
            </a:r>
            <a:r>
              <a:rPr lang="en-IN" dirty="0"/>
              <a:t>(</a:t>
            </a:r>
            <a:r>
              <a:rPr lang="en-IN" dirty="0" err="1"/>
              <a:t>ItemID</a:t>
            </a:r>
            <a:r>
              <a:rPr lang="en-IN" dirty="0"/>
              <a:t>, </a:t>
            </a:r>
            <a:r>
              <a:rPr lang="en-IN" dirty="0" err="1"/>
              <a:t>RestID</a:t>
            </a:r>
            <a:r>
              <a:rPr lang="en-IN" dirty="0"/>
              <a:t>, </a:t>
            </a:r>
            <a:r>
              <a:rPr lang="en-IN" dirty="0" err="1"/>
              <a:t>ItemName</a:t>
            </a:r>
            <a:r>
              <a:rPr lang="en-IN" dirty="0"/>
              <a:t>, Price, Category)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Orders </a:t>
            </a:r>
            <a:r>
              <a:rPr lang="en-IN" dirty="0"/>
              <a:t>(</a:t>
            </a:r>
            <a:r>
              <a:rPr lang="en-IN" dirty="0" err="1"/>
              <a:t>OrderID</a:t>
            </a:r>
            <a:r>
              <a:rPr lang="en-IN" dirty="0"/>
              <a:t>, </a:t>
            </a:r>
            <a:r>
              <a:rPr lang="en-IN" dirty="0" err="1"/>
              <a:t>CustID</a:t>
            </a:r>
            <a:r>
              <a:rPr lang="en-IN" dirty="0"/>
              <a:t>, </a:t>
            </a:r>
            <a:r>
              <a:rPr lang="en-IN" dirty="0" err="1"/>
              <a:t>RestID</a:t>
            </a:r>
            <a:r>
              <a:rPr lang="en-IN" dirty="0"/>
              <a:t>, Date, Status, Total)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 err="1"/>
              <a:t>OrderItems</a:t>
            </a:r>
            <a:r>
              <a:rPr lang="en-IN" b="1" dirty="0"/>
              <a:t> </a:t>
            </a:r>
            <a:r>
              <a:rPr lang="en-IN" dirty="0"/>
              <a:t>(</a:t>
            </a:r>
            <a:r>
              <a:rPr lang="en-IN" dirty="0" err="1"/>
              <a:t>OrderID</a:t>
            </a:r>
            <a:r>
              <a:rPr lang="en-IN" dirty="0"/>
              <a:t>, </a:t>
            </a:r>
            <a:r>
              <a:rPr lang="en-IN" dirty="0" err="1"/>
              <a:t>ItemID</a:t>
            </a:r>
            <a:r>
              <a:rPr lang="en-IN" dirty="0"/>
              <a:t>, Quantity, Price)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Payment </a:t>
            </a:r>
            <a:r>
              <a:rPr lang="en-IN" dirty="0"/>
              <a:t>(PayID, </a:t>
            </a:r>
            <a:r>
              <a:rPr lang="en-IN" dirty="0" err="1"/>
              <a:t>OrderID</a:t>
            </a:r>
            <a:r>
              <a:rPr lang="en-IN" dirty="0"/>
              <a:t>, Method, Amount, Status)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/>
              <a:t>Delivery</a:t>
            </a:r>
            <a:r>
              <a:rPr lang="en-IN" dirty="0"/>
              <a:t> (DelID, </a:t>
            </a:r>
            <a:r>
              <a:rPr lang="en-IN" dirty="0" err="1"/>
              <a:t>OrderID</a:t>
            </a:r>
            <a:r>
              <a:rPr lang="en-IN" dirty="0"/>
              <a:t>, </a:t>
            </a:r>
            <a:r>
              <a:rPr lang="en-IN" dirty="0" err="1"/>
              <a:t>PartnerID</a:t>
            </a:r>
            <a:r>
              <a:rPr lang="en-IN" dirty="0"/>
              <a:t>, Status, Time)</a:t>
            </a:r>
          </a:p>
        </p:txBody>
      </p:sp>
    </p:spTree>
    <p:extLst>
      <p:ext uri="{BB962C8B-B14F-4D97-AF65-F5344CB8AC3E}">
        <p14:creationId xmlns:p14="http://schemas.microsoft.com/office/powerpoint/2010/main" val="156041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5866-8B53-4020-F771-65EF76AE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6FCBB-FF1C-F032-0AD7-855A53E3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2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76D6-FC6C-3F0C-EB32-F56B4E0F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and Table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9741-7221-4F2D-0F2A-A1E63A2E1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Sql</a:t>
            </a:r>
            <a:r>
              <a:rPr lang="en-US" dirty="0"/>
              <a:t> </a:t>
            </a:r>
          </a:p>
          <a:p>
            <a:r>
              <a:rPr lang="en-US" dirty="0"/>
              <a:t>CREATE TABLE Customer (  </a:t>
            </a:r>
            <a:r>
              <a:rPr lang="en-US" dirty="0" err="1"/>
              <a:t>CustID</a:t>
            </a:r>
            <a:r>
              <a:rPr lang="en-US" dirty="0"/>
              <a:t> INT PRIMARY KEY, </a:t>
            </a:r>
          </a:p>
          <a:p>
            <a:r>
              <a:rPr lang="en-US" dirty="0"/>
              <a:t> Name VARCHAR(50),  Email VARCHAR(50), </a:t>
            </a:r>
          </a:p>
          <a:p>
            <a:r>
              <a:rPr lang="en-US" dirty="0"/>
              <a:t> Phone VARCHAR(15))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Show CREATE TABLE for all major tables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Define PRIMARY KEY, FOREIGN KEY, constraints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30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5BAE1-F552-F264-CC83-0B8F1A68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B89-ACDD-6996-A5C1-2CBE7091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4B098-745B-E975-08A7-2DDC85FC6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9010"/>
            <a:ext cx="10058400" cy="3960083"/>
          </a:xfrm>
        </p:spPr>
        <p:txBody>
          <a:bodyPr/>
          <a:lstStyle/>
          <a:p>
            <a:r>
              <a:rPr lang="en-US" b="1" dirty="0"/>
              <a:t>User Management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Customer Registration &amp; Login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Profile Update- Address Management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Tables: Customer, Login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287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BA421-FF5B-2DCB-B521-EB4FC753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A0381-B465-9A9A-5D8F-695D509E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9381-58C9-ED41-2659-3A241F53B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Restaurant &amp; Menu Management</a:t>
            </a:r>
            <a:r>
              <a:rPr lang="en-IN" dirty="0"/>
              <a:t>-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Add / Update Restaurant details-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Manage Menu Items and Prices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Category-wise item listing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 Tables: Restaurant, Menu</a:t>
            </a:r>
          </a:p>
        </p:txBody>
      </p:sp>
    </p:spTree>
    <p:extLst>
      <p:ext uri="{BB962C8B-B14F-4D97-AF65-F5344CB8AC3E}">
        <p14:creationId xmlns:p14="http://schemas.microsoft.com/office/powerpoint/2010/main" val="1358125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C357-3574-3826-B344-4F1BF342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7ED1-38A2-713A-31AB-4358D352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BCE75-75D2-939E-60DE-DE4CABA09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Order Management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Place Order, View Cart-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Order Status Update (Pending → Confirmed → Delivered)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Order History- Tables: Orders, </a:t>
            </a:r>
            <a:r>
              <a:rPr lang="en-US" dirty="0" err="1"/>
              <a:t>OrderItems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887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7727-165E-DE7D-4FFF-35B749E68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1801-31FC-DC59-8383-F185DB91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5BE1A-51FD-2E56-93DE-6D210C6C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Payment &amp; Delivery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Payment processing (Cash / Online)-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Delivery partner assignment-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Delivery status tracking- Tables: Payment, Delivery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0892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715E-9F55-46DF-048E-409ADE0D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6617-F488-F006-668D-83B86B61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5011C-4F24-DE40-2E41-B1F321A4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Maintaining referential integrity across tables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Handling concurrent orders efficiently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Normalizing without losing query performance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Designing scalable schema for real-world 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351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A07A-599B-4663-12CF-3FB1CCF7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0F64-447E-0CE6-6C44-9303D213E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Successfully designed a normalized relational database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Implemented all CRUD operations using SQL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System supports real-world food ordering scenarios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Future scope: Triggers, Stored Procedures, Web Integration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2962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</TotalTime>
  <Words>426</Words>
  <Application>Microsoft Office PowerPoint</Application>
  <PresentationFormat>Widescreen</PresentationFormat>
  <Paragraphs>73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Retrospect</vt:lpstr>
      <vt:lpstr>ONLINE FOOD ORDERING SYSTEM</vt:lpstr>
      <vt:lpstr>Problem Definition</vt:lpstr>
      <vt:lpstr>Objectives of the Project</vt:lpstr>
      <vt:lpstr>System Requirements</vt:lpstr>
      <vt:lpstr>PowerPoint Presentation</vt:lpstr>
      <vt:lpstr>ER Diagram</vt:lpstr>
      <vt:lpstr>Relational Schema</vt:lpstr>
      <vt:lpstr>PowerPoint Presentation</vt:lpstr>
      <vt:lpstr>Database and Table Creation</vt:lpstr>
      <vt:lpstr>Modules 1</vt:lpstr>
      <vt:lpstr>Modules 2</vt:lpstr>
      <vt:lpstr>Modules 3</vt:lpstr>
      <vt:lpstr>Modules 4</vt:lpstr>
      <vt:lpstr>Challenges Faced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FOOD ORDERING SYSTEM</dc:title>
  <dc:creator>Malarmannan</dc:creator>
  <cp:lastModifiedBy>Shobana 321</cp:lastModifiedBy>
  <cp:revision>5</cp:revision>
  <dcterms:created xsi:type="dcterms:W3CDTF">2026-02-07T14:22:29Z</dcterms:created>
  <dcterms:modified xsi:type="dcterms:W3CDTF">2026-04-30T11:01:09Z</dcterms:modified>
</cp:coreProperties>
</file>